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46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47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6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31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9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2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8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5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88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1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61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2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817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5D795CF-5F70-4821-BB11-0B2B8FCCD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9143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B1AC31-0B6C-4781-BA06-16BE17F8A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5138" y="723899"/>
            <a:ext cx="5623962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34432" y="1419225"/>
            <a:ext cx="5098956" cy="208586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British Airways Booking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34432" y="3505095"/>
            <a:ext cx="5098956" cy="173365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 summary of the Random Forest model analysis</a:t>
            </a:r>
          </a:p>
        </p:txBody>
      </p:sp>
      <p:pic>
        <p:nvPicPr>
          <p:cNvPr id="7" name="Graphic 6" descr="Airplane">
            <a:extLst>
              <a:ext uri="{FF2B5EF4-FFF2-40B4-BE49-F238E27FC236}">
                <a16:creationId xmlns:a16="http://schemas.microsoft.com/office/drawing/2014/main" id="{2DF1E4D3-1654-41F4-C632-CFA88E3BB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724" y="2392970"/>
            <a:ext cx="2294126" cy="2294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86" y="1678895"/>
            <a:ext cx="9056914" cy="4917848"/>
          </a:xfrm>
        </p:spPr>
        <p:txBody>
          <a:bodyPr>
            <a:noAutofit/>
          </a:bodyPr>
          <a:lstStyle/>
          <a:p>
            <a:pPr algn="just"/>
            <a:r>
              <a:rPr sz="2800" dirty="0"/>
              <a:t>Objective: Predict whether a customer will complete a flight booking using Random Forest.</a:t>
            </a:r>
          </a:p>
          <a:p>
            <a:pPr algn="just"/>
            <a:r>
              <a:rPr sz="2800" dirty="0"/>
              <a:t>Loaded and explored customer booking data</a:t>
            </a:r>
          </a:p>
          <a:p>
            <a:pPr algn="just"/>
            <a:r>
              <a:rPr sz="2800" dirty="0"/>
              <a:t>Analyzed data types and statistical summaries</a:t>
            </a:r>
          </a:p>
          <a:p>
            <a:pPr algn="just"/>
            <a:r>
              <a:rPr sz="2800" dirty="0"/>
              <a:t>Trained a Random Forest Classifier</a:t>
            </a:r>
          </a:p>
          <a:p>
            <a:pPr algn="just"/>
            <a:r>
              <a:rPr sz="2800" dirty="0"/>
              <a:t>Split data into training and testing sets</a:t>
            </a:r>
          </a:p>
          <a:p>
            <a:pPr algn="just"/>
            <a:r>
              <a:rPr sz="2800" dirty="0"/>
              <a:t>Evaluated the model's accuracy</a:t>
            </a:r>
          </a:p>
          <a:p>
            <a:pPr algn="just"/>
            <a:r>
              <a:rPr sz="2800" dirty="0"/>
              <a:t>Identified top features influencing booking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Booking Prediction 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879" y="1923203"/>
            <a:ext cx="8443065" cy="3942523"/>
          </a:xfrm>
        </p:spPr>
        <p:txBody>
          <a:bodyPr>
            <a:normAutofit lnSpcReduction="10000"/>
          </a:bodyPr>
          <a:lstStyle/>
          <a:p>
            <a:r>
              <a:rPr dirty="0"/>
              <a:t>We developed a Random Forest model to predict customer booking decisions based on features like flight time, lead time, and preferences.</a:t>
            </a:r>
          </a:p>
          <a:p>
            <a:endParaRPr dirty="0"/>
          </a:p>
          <a:p>
            <a:r>
              <a:rPr dirty="0"/>
              <a:t>Overall model accuracy reached **85.4%**, driven mainly by high precision for non-bookers. However, the recall for bookers (positive class) was lower, indicating room for improvement.</a:t>
            </a:r>
          </a:p>
          <a:p>
            <a:endParaRPr dirty="0"/>
          </a:p>
          <a:p>
            <a:r>
              <a:rPr dirty="0"/>
              <a:t>Key classification metrics:</a:t>
            </a:r>
          </a:p>
          <a:p>
            <a:r>
              <a:rPr dirty="0"/>
              <a:t>• Precision: 0.53 (positive class)</a:t>
            </a:r>
          </a:p>
          <a:p>
            <a:r>
              <a:rPr dirty="0"/>
              <a:t>• Recall: 0.14 (positive class)</a:t>
            </a:r>
          </a:p>
          <a:p>
            <a:r>
              <a:rPr dirty="0"/>
              <a:t>• F1-score: 0.22 (positive class)</a:t>
            </a:r>
          </a:p>
        </p:txBody>
      </p:sp>
      <p:pic>
        <p:nvPicPr>
          <p:cNvPr id="4" name="Picture 3" descr="Vinay's ScreenShot 2025-06-25 at 11.52.01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743" y="3810000"/>
            <a:ext cx="5214257" cy="23605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Influences Bookings?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353" y="1023258"/>
            <a:ext cx="8421294" cy="481148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The most influential factors driving booking behavior were: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These insights help us identify booking patterns and can guide marketing strategies, pricing, and lounge resource planning.</a:t>
            </a:r>
            <a:endParaRPr dirty="0"/>
          </a:p>
          <a:p>
            <a:r>
              <a:rPr dirty="0"/>
              <a:t>Purchase Lead Time</a:t>
            </a:r>
          </a:p>
          <a:p>
            <a:r>
              <a:rPr dirty="0"/>
              <a:t>Flight Hour &amp; Day</a:t>
            </a:r>
          </a:p>
          <a:p>
            <a:r>
              <a:rPr dirty="0"/>
              <a:t>Length of Stay</a:t>
            </a:r>
          </a:p>
          <a:p>
            <a:r>
              <a:rPr dirty="0"/>
              <a:t>Number of Passengers</a:t>
            </a:r>
          </a:p>
        </p:txBody>
      </p:sp>
      <p:pic>
        <p:nvPicPr>
          <p:cNvPr id="4" name="Picture 3" descr="Vinay's ScreenShot 2025-06-25 at 11.52.30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06" y="3091541"/>
            <a:ext cx="4995437" cy="34329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 from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The model revealed that the following customer behaviors strongly influence bookings:</a:t>
            </a:r>
          </a:p>
          <a:p>
            <a:r>
              <a:rPr sz="2400" dirty="0"/>
              <a:t>Booking lead time (how early they book)</a:t>
            </a:r>
          </a:p>
          <a:p>
            <a:r>
              <a:rPr sz="2400" dirty="0"/>
              <a:t>Trip type (round-trip vs one-way)</a:t>
            </a:r>
          </a:p>
          <a:p>
            <a:r>
              <a:rPr sz="2400" dirty="0"/>
              <a:t>Flight duration</a:t>
            </a:r>
          </a:p>
          <a:p>
            <a:r>
              <a:rPr sz="2400" dirty="0"/>
              <a:t>Preferences for baggage, meals, and seating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Why this matters for British Airways:</a:t>
            </a:r>
          </a:p>
          <a:p>
            <a:r>
              <a:rPr sz="2400" dirty="0"/>
              <a:t>Personalize offers to boost conversions</a:t>
            </a:r>
          </a:p>
          <a:p>
            <a:r>
              <a:rPr sz="2400" dirty="0"/>
              <a:t>Optimize pricing and service strategies</a:t>
            </a:r>
          </a:p>
          <a:p>
            <a:r>
              <a:rPr sz="2400" dirty="0"/>
              <a:t>Enhance customer experience through insights</a:t>
            </a:r>
          </a:p>
          <a:p>
            <a:r>
              <a:rPr sz="2400" dirty="0"/>
              <a:t>Support data-driven operational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11</TotalTime>
  <Words>269</Words>
  <Application>Microsoft Macintosh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Gill Sans MT</vt:lpstr>
      <vt:lpstr>Wingdings 2</vt:lpstr>
      <vt:lpstr>Dividend</vt:lpstr>
      <vt:lpstr>British Airways Booking Prediction</vt:lpstr>
      <vt:lpstr>Project Summary</vt:lpstr>
      <vt:lpstr>Booking Prediction Model Overview</vt:lpstr>
      <vt:lpstr>What Influences Bookings?</vt:lpstr>
      <vt:lpstr>Key Insights from the Model</vt:lpstr>
      <vt:lpstr>Business Value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Joseph Vinay Kumar Polanki</cp:lastModifiedBy>
  <cp:revision>2</cp:revision>
  <dcterms:created xsi:type="dcterms:W3CDTF">2013-01-27T09:14:16Z</dcterms:created>
  <dcterms:modified xsi:type="dcterms:W3CDTF">2025-06-25T16:57:07Z</dcterms:modified>
  <cp:category/>
</cp:coreProperties>
</file>